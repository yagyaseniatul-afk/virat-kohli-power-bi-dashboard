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68" d="100"/>
          <a:sy n="68" d="100"/>
        </p:scale>
        <p:origin x="240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BCEEBF-45E0-41CE-AF2D-3A87F11C0F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8EC8E81-86E5-475A-B465-7477C0143C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D7A7C3-9B39-434A-977A-C0AC51559E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F0466C-EA81-4BEE-A994-5C1C886516DB}" type="datetimeFigureOut">
              <a:rPr lang="en-US" smtClean="0"/>
              <a:t>2/9/2024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422679-529C-41DD-BC88-5696C879CF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E57E0C-9137-48CD-96AC-82772511CD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5D137-AF53-405F-9C38-D4E7F3CABC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46121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73DA46-B6A8-469E-85B4-A76BF420BF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CBF1B0-F082-4505-AD32-4A8CB1E650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74F48E-9854-4B6C-ABE0-238E02B5A7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F0466C-EA81-4BEE-A994-5C1C886516DB}" type="datetimeFigureOut">
              <a:rPr lang="en-US" smtClean="0"/>
              <a:t>2/9/2024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63EB14-2DB7-4FE0-B2B2-C9E9A30274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973ED7-D7FA-43B4-A483-380643F3F5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5D137-AF53-405F-9C38-D4E7F3CABC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1405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4C8608-BDEE-49DF-B408-DE197291A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CB1322-54FA-43F0-B7FA-EFE333CEB5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BF9C1B-898F-44F9-8E14-DA21DCB3C1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F0466C-EA81-4BEE-A994-5C1C886516DB}" type="datetimeFigureOut">
              <a:rPr lang="en-US" smtClean="0"/>
              <a:t>2/9/2024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9E8D2A-0D73-43D2-8860-2130A54BA1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937782-3B21-4BED-A13E-C35941668D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5D137-AF53-405F-9C38-D4E7F3CABC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72679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22F0AB-0B9B-423B-8D67-2B9D6940D7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30F5B1-A8E3-4B8E-8C49-388031D9F08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A33E7A2-8AD1-4EC0-922E-107B867DAA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343149-1B36-4986-8828-180BB45245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F0466C-EA81-4BEE-A994-5C1C886516DB}" type="datetimeFigureOut">
              <a:rPr lang="en-US" smtClean="0"/>
              <a:t>2/9/2024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19AC1F-C265-48D3-B089-451332B21A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FF42BE9-279D-4ECC-8FED-A7AA953DB5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5D137-AF53-405F-9C38-D4E7F3CABC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88496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D630CB-97D1-4974-AF0E-843033BCDA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BBD34B-A394-44E6-8FA5-D2D1B7E301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003AF1F-D3C0-42C8-9EBE-29C5B7404B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3A9853C-B0B3-4563-AAEB-151440B1AD7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6A4B13B-F9C6-4037-AB95-FE469F52FE3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C6631E6-E8E0-4866-BF4E-D1BDEDBE55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F0466C-EA81-4BEE-A994-5C1C886516DB}" type="datetimeFigureOut">
              <a:rPr lang="en-US" smtClean="0"/>
              <a:t>2/9/2024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A366EA0-E2EA-4FDB-BD4E-D496191955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8A494DA-51D1-40E0-B803-7F7DD9D9D3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5D137-AF53-405F-9C38-D4E7F3CABC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33716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6B9F73-469F-42D9-9378-BFDAA34922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1DC04C5-1634-4BB9-8AA2-AE4FE47BCC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F0466C-EA81-4BEE-A994-5C1C886516DB}" type="datetimeFigureOut">
              <a:rPr lang="en-US" smtClean="0"/>
              <a:t>2/9/2024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D0349A5-CBC7-468D-9208-7CCC141E18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57952AA-A51E-4A52-9F56-AE6F9F6B96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5D137-AF53-405F-9C38-D4E7F3CABC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59220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76A3E9B-AB99-47F9-8578-A8F206EDF4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F0466C-EA81-4BEE-A994-5C1C886516DB}" type="datetimeFigureOut">
              <a:rPr lang="en-US" smtClean="0"/>
              <a:t>2/9/2024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A54CF71-39CA-488A-9626-66991CC490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117B34-9BBB-47AB-9818-1521D8F5CA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5D137-AF53-405F-9C38-D4E7F3CABC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12701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794F5D-2C0D-417E-8BF3-D8614E0FF4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5472AB-61DA-4CB7-80D7-C73F7F8BFD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4FA74C-B8A9-4E68-B9BB-EEAB98DCC3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E411C84-A811-4F27-A8AA-3D01A69465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F0466C-EA81-4BEE-A994-5C1C886516DB}" type="datetimeFigureOut">
              <a:rPr lang="en-US" smtClean="0"/>
              <a:t>2/9/2024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D1534C-C2F8-4901-996C-B16865CFDE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66C84B-24C6-47DF-8826-954A4BDFB6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5D137-AF53-405F-9C38-D4E7F3CABC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0105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2C1ECD-6563-4A71-B2C2-894F18966D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01FC567-2E93-40B8-87BF-B3750E438B8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2DE491D-49AD-4B2A-A6E4-5C97B5AB30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02E5F8-577C-493B-9746-A1125D0A21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F0466C-EA81-4BEE-A994-5C1C886516DB}" type="datetimeFigureOut">
              <a:rPr lang="en-US" smtClean="0"/>
              <a:t>2/9/2024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36BB5FB-0081-48F9-AFBD-DA07B08D63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3C0CA86-080E-412B-BD45-223599D95C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5D137-AF53-405F-9C38-D4E7F3CABC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1244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15C347-0ECE-4AC5-9C82-1AF55BFCF6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01E03C6-9682-4EFB-B29B-877135B792D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D175E2-6E63-4F67-8D73-0DCD27D75F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F0466C-EA81-4BEE-A994-5C1C886516DB}" type="datetimeFigureOut">
              <a:rPr lang="en-US" smtClean="0"/>
              <a:t>2/9/2024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F72489-FEDB-44ED-AC97-8FE6C2ABDA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0003E4-AEE1-44AC-8F90-49B5A98A77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5D137-AF53-405F-9C38-D4E7F3CABC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97714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5C02806-1B6B-485B-9870-818F42326DB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463B63F-149E-4B03-B85E-27342965010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F1BA3E-0B7C-40E3-B637-2A4297BDA5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F0466C-EA81-4BEE-A994-5C1C886516DB}" type="datetimeFigureOut">
              <a:rPr lang="en-US" smtClean="0"/>
              <a:t>2/9/2024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C87F0D-1B4B-49D8-AC4B-A8AF6F1F0B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200D3C-4A81-4A1A-823A-837C322596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5D137-AF53-405F-9C38-D4E7F3CABC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32766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F82CDB7-78B1-4053-B04D-ED4B8092AC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A3C6B3-7C97-455E-98FC-63A4144BEB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03DD97-AE84-49B5-8CF6-64B296860B6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F0466C-EA81-4BEE-A994-5C1C886516DB}" type="datetimeFigureOut">
              <a:rPr lang="en-US" smtClean="0"/>
              <a:t>2/9/2024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C65331-76F5-4B22-BD35-788D5325B65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0006A1-9FAA-4B45-87C5-7AC6A81A991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25D137-AF53-405F-9C38-D4E7F3CABC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99860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54000">
              <a:srgbClr val="0070C0"/>
            </a:gs>
            <a:gs pos="82500">
              <a:srgbClr val="345DA5"/>
            </a:gs>
            <a:gs pos="83812">
              <a:srgbClr val="0070C0"/>
            </a:gs>
            <a:gs pos="91000">
              <a:srgbClr val="002060"/>
            </a:gs>
            <a:gs pos="11000">
              <a:srgbClr val="002060">
                <a:lumMod val="0"/>
              </a:srgbClr>
            </a:gs>
            <a:gs pos="70000">
              <a:srgbClr val="002060"/>
            </a:gs>
            <a:gs pos="73000">
              <a:schemeClr val="accent1">
                <a:lumMod val="75000"/>
              </a:schemeClr>
            </a:gs>
            <a:gs pos="27000">
              <a:srgbClr val="002060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8429CCCC-EC6F-4C30-84CB-DFE5F4F033E9}"/>
              </a:ext>
            </a:extLst>
          </p:cNvPr>
          <p:cNvSpPr/>
          <p:nvPr/>
        </p:nvSpPr>
        <p:spPr>
          <a:xfrm>
            <a:off x="782116" y="5286195"/>
            <a:ext cx="10977611" cy="1231310"/>
          </a:xfrm>
          <a:prstGeom prst="rect">
            <a:avLst/>
          </a:prstGeom>
          <a:solidFill>
            <a:schemeClr val="accent1">
              <a:lumMod val="75000"/>
            </a:schemeClr>
          </a:solidFill>
          <a:effectLst>
            <a:glow rad="127000">
              <a:schemeClr val="accent1">
                <a:alpha val="61000"/>
              </a:schemeClr>
            </a:glow>
            <a:outerShdw blurRad="50800" dist="50800" dir="5400000" sx="95000" sy="95000" algn="ctr" rotWithShape="0">
              <a:srgbClr val="000000">
                <a:alpha val="78000"/>
              </a:srgbClr>
            </a:outerShdw>
            <a:reflection endPos="0" dir="5400000" sy="-100000" algn="bl" rotWithShape="0"/>
            <a:softEdge rad="241300"/>
          </a:effectLst>
          <a:scene3d>
            <a:camera prst="orthographicFront"/>
            <a:lightRig rig="threePt" dir="t"/>
          </a:scene3d>
          <a:sp3d>
            <a:bevelT w="165100" prst="coolSlant"/>
            <a:bevelB prst="relaxedInse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91410D2-502B-4408-94A7-8704A3133116}"/>
              </a:ext>
            </a:extLst>
          </p:cNvPr>
          <p:cNvSpPr/>
          <p:nvPr/>
        </p:nvSpPr>
        <p:spPr>
          <a:xfrm flipV="1">
            <a:off x="8868442" y="1701952"/>
            <a:ext cx="3006913" cy="2398765"/>
          </a:xfrm>
          <a:prstGeom prst="rect">
            <a:avLst/>
          </a:prstGeom>
          <a:solidFill>
            <a:schemeClr val="accent1">
              <a:lumMod val="75000"/>
              <a:alpha val="28000"/>
            </a:schemeClr>
          </a:solidFill>
          <a:ln cmpd="thinThick">
            <a:gradFill flip="none" rotWithShape="1">
              <a:gsLst>
                <a:gs pos="11000">
                  <a:schemeClr val="accent5">
                    <a:lumMod val="0"/>
                    <a:lumOff val="100000"/>
                  </a:schemeClr>
                </a:gs>
                <a:gs pos="68000">
                  <a:schemeClr val="accent5">
                    <a:lumMod val="0"/>
                    <a:lumOff val="100000"/>
                  </a:schemeClr>
                </a:gs>
                <a:gs pos="100000">
                  <a:schemeClr val="accent5">
                    <a:lumMod val="100000"/>
                  </a:schemeClr>
                </a:gs>
              </a:gsLst>
              <a:lin ang="5400000" scaled="1"/>
              <a:tileRect/>
            </a:gradFill>
          </a:ln>
          <a:effectLst>
            <a:glow rad="139700">
              <a:schemeClr val="bg1">
                <a:alpha val="31000"/>
              </a:schemeClr>
            </a:glow>
            <a:reflection blurRad="1257300" endPos="0" dir="5400000" sy="-100000" algn="bl" rotWithShape="0"/>
            <a:softEdge rad="1206500"/>
          </a:effectLst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D088B44-4953-4AED-BCF5-082CA2081942}"/>
              </a:ext>
            </a:extLst>
          </p:cNvPr>
          <p:cNvSpPr/>
          <p:nvPr/>
        </p:nvSpPr>
        <p:spPr>
          <a:xfrm flipV="1">
            <a:off x="229773" y="796584"/>
            <a:ext cx="11732453" cy="722366"/>
          </a:xfrm>
          <a:prstGeom prst="rect">
            <a:avLst/>
          </a:prstGeom>
          <a:solidFill>
            <a:schemeClr val="accent1">
              <a:lumMod val="75000"/>
              <a:alpha val="60000"/>
            </a:schemeClr>
          </a:solidFill>
          <a:ln>
            <a:gradFill flip="none" rotWithShape="1">
              <a:gsLst>
                <a:gs pos="26000">
                  <a:schemeClr val="accent5">
                    <a:lumMod val="0"/>
                    <a:lumOff val="100000"/>
                  </a:schemeClr>
                </a:gs>
                <a:gs pos="68000">
                  <a:schemeClr val="accent5">
                    <a:lumMod val="0"/>
                    <a:lumOff val="100000"/>
                  </a:schemeClr>
                </a:gs>
                <a:gs pos="100000">
                  <a:schemeClr val="accent5">
                    <a:lumMod val="100000"/>
                  </a:schemeClr>
                </a:gs>
              </a:gsLst>
              <a:lin ang="5400000" scaled="1"/>
              <a:tileRect/>
            </a:gradFill>
          </a:ln>
          <a:effectLst>
            <a:glow rad="139700">
              <a:schemeClr val="bg1">
                <a:alpha val="31000"/>
              </a:schemeClr>
            </a:glow>
            <a:reflection blurRad="1257300" endPos="0" dir="5400000" sy="-100000" algn="bl" rotWithShape="0"/>
            <a:softEdge rad="31750"/>
          </a:effectLst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047CAA7-F1DA-44D6-9ADF-FD22518AE484}"/>
              </a:ext>
            </a:extLst>
          </p:cNvPr>
          <p:cNvSpPr/>
          <p:nvPr/>
        </p:nvSpPr>
        <p:spPr>
          <a:xfrm flipV="1">
            <a:off x="9500577" y="4283717"/>
            <a:ext cx="2374778" cy="872331"/>
          </a:xfrm>
          <a:prstGeom prst="rect">
            <a:avLst/>
          </a:prstGeom>
          <a:solidFill>
            <a:schemeClr val="accent1">
              <a:lumMod val="75000"/>
              <a:alpha val="28000"/>
            </a:schemeClr>
          </a:solidFill>
          <a:ln cmpd="thinThick">
            <a:gradFill flip="none" rotWithShape="1">
              <a:gsLst>
                <a:gs pos="11000">
                  <a:schemeClr val="accent5">
                    <a:lumMod val="0"/>
                    <a:lumOff val="100000"/>
                  </a:schemeClr>
                </a:gs>
                <a:gs pos="68000">
                  <a:schemeClr val="accent5">
                    <a:lumMod val="0"/>
                    <a:lumOff val="100000"/>
                  </a:schemeClr>
                </a:gs>
                <a:gs pos="100000">
                  <a:schemeClr val="accent5">
                    <a:lumMod val="100000"/>
                  </a:schemeClr>
                </a:gs>
              </a:gsLst>
              <a:lin ang="5400000" scaled="1"/>
              <a:tileRect/>
            </a:gradFill>
          </a:ln>
          <a:effectLst>
            <a:glow rad="139700">
              <a:schemeClr val="bg1">
                <a:alpha val="31000"/>
              </a:schemeClr>
            </a:glow>
            <a:reflection blurRad="1257300" endPos="0" dir="5400000" sy="-100000" algn="bl" rotWithShape="0"/>
            <a:softEdge rad="1206500"/>
          </a:effectLst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07E5B79-5D07-403E-A9DB-29CDAB130354}"/>
              </a:ext>
            </a:extLst>
          </p:cNvPr>
          <p:cNvSpPr/>
          <p:nvPr/>
        </p:nvSpPr>
        <p:spPr>
          <a:xfrm flipV="1">
            <a:off x="2441381" y="4283717"/>
            <a:ext cx="6918734" cy="722365"/>
          </a:xfrm>
          <a:prstGeom prst="rect">
            <a:avLst/>
          </a:prstGeom>
          <a:solidFill>
            <a:schemeClr val="accent1">
              <a:lumMod val="75000"/>
              <a:alpha val="28000"/>
            </a:schemeClr>
          </a:solidFill>
          <a:ln cmpd="thinThick">
            <a:gradFill flip="none" rotWithShape="1">
              <a:gsLst>
                <a:gs pos="11000">
                  <a:schemeClr val="accent5">
                    <a:lumMod val="0"/>
                    <a:lumOff val="100000"/>
                  </a:schemeClr>
                </a:gs>
                <a:gs pos="68000">
                  <a:schemeClr val="accent5">
                    <a:lumMod val="0"/>
                    <a:lumOff val="100000"/>
                  </a:schemeClr>
                </a:gs>
                <a:gs pos="100000">
                  <a:schemeClr val="accent5">
                    <a:lumMod val="100000"/>
                  </a:schemeClr>
                </a:gs>
              </a:gsLst>
              <a:lin ang="5400000" scaled="1"/>
              <a:tileRect/>
            </a:gradFill>
          </a:ln>
          <a:effectLst>
            <a:glow rad="139700">
              <a:schemeClr val="bg1">
                <a:alpha val="31000"/>
              </a:schemeClr>
            </a:glow>
            <a:reflection blurRad="1257300" endPos="0" dir="5400000" sy="-100000" algn="bl" rotWithShape="0"/>
            <a:softEdge rad="1206500"/>
          </a:effectLst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54AA986-CBF0-4926-8FA7-19BEB9144EB7}"/>
              </a:ext>
            </a:extLst>
          </p:cNvPr>
          <p:cNvSpPr/>
          <p:nvPr/>
        </p:nvSpPr>
        <p:spPr>
          <a:xfrm flipV="1">
            <a:off x="9451900" y="5403556"/>
            <a:ext cx="2307827" cy="958325"/>
          </a:xfrm>
          <a:prstGeom prst="rect">
            <a:avLst/>
          </a:prstGeom>
          <a:solidFill>
            <a:schemeClr val="accent1">
              <a:lumMod val="75000"/>
              <a:alpha val="28000"/>
            </a:schemeClr>
          </a:solidFill>
          <a:ln cmpd="thinThick">
            <a:gradFill flip="none" rotWithShape="1">
              <a:gsLst>
                <a:gs pos="11000">
                  <a:schemeClr val="accent5">
                    <a:lumMod val="0"/>
                    <a:lumOff val="100000"/>
                  </a:schemeClr>
                </a:gs>
                <a:gs pos="68000">
                  <a:schemeClr val="accent5">
                    <a:lumMod val="0"/>
                    <a:lumOff val="100000"/>
                  </a:schemeClr>
                </a:gs>
                <a:gs pos="100000">
                  <a:schemeClr val="accent5">
                    <a:lumMod val="100000"/>
                  </a:schemeClr>
                </a:gs>
              </a:gsLst>
              <a:lin ang="5400000" scaled="1"/>
              <a:tileRect/>
            </a:gradFill>
          </a:ln>
          <a:effectLst>
            <a:glow rad="139700">
              <a:schemeClr val="bg1">
                <a:alpha val="31000"/>
              </a:schemeClr>
            </a:glow>
            <a:reflection blurRad="1257300" endPos="0" dir="5400000" sy="-100000" algn="bl" rotWithShape="0"/>
            <a:softEdge rad="1206500"/>
          </a:effectLst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2E3BEE4-982B-4FB1-8C1E-13A8B7D4BBB5}"/>
              </a:ext>
            </a:extLst>
          </p:cNvPr>
          <p:cNvSpPr/>
          <p:nvPr/>
        </p:nvSpPr>
        <p:spPr>
          <a:xfrm flipV="1">
            <a:off x="6883460" y="5422688"/>
            <a:ext cx="2307827" cy="958325"/>
          </a:xfrm>
          <a:prstGeom prst="rect">
            <a:avLst/>
          </a:prstGeom>
          <a:solidFill>
            <a:schemeClr val="accent1">
              <a:lumMod val="75000"/>
              <a:alpha val="30000"/>
            </a:schemeClr>
          </a:solidFill>
          <a:ln cmpd="thinThick">
            <a:gradFill flip="none" rotWithShape="1">
              <a:gsLst>
                <a:gs pos="11000">
                  <a:schemeClr val="accent5">
                    <a:lumMod val="0"/>
                    <a:lumOff val="100000"/>
                  </a:schemeClr>
                </a:gs>
                <a:gs pos="68000">
                  <a:schemeClr val="accent5">
                    <a:lumMod val="0"/>
                    <a:lumOff val="100000"/>
                  </a:schemeClr>
                </a:gs>
                <a:gs pos="100000">
                  <a:schemeClr val="accent5">
                    <a:lumMod val="100000"/>
                  </a:schemeClr>
                </a:gs>
              </a:gsLst>
              <a:lin ang="5400000" scaled="1"/>
              <a:tileRect/>
            </a:gradFill>
          </a:ln>
          <a:effectLst>
            <a:glow rad="139700">
              <a:schemeClr val="bg1">
                <a:alpha val="31000"/>
              </a:schemeClr>
            </a:glow>
            <a:reflection blurRad="1257300" endPos="0" dir="5400000" sy="-100000" algn="bl" rotWithShape="0"/>
            <a:softEdge rad="1206500"/>
          </a:effectLst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52281D0-BD45-477E-B061-E7CC5DF7F3E3}"/>
              </a:ext>
            </a:extLst>
          </p:cNvPr>
          <p:cNvSpPr/>
          <p:nvPr/>
        </p:nvSpPr>
        <p:spPr>
          <a:xfrm flipV="1">
            <a:off x="3949352" y="1701951"/>
            <a:ext cx="4689987" cy="2398765"/>
          </a:xfrm>
          <a:prstGeom prst="rect">
            <a:avLst/>
          </a:prstGeom>
          <a:solidFill>
            <a:schemeClr val="accent1">
              <a:lumMod val="75000"/>
              <a:alpha val="28000"/>
            </a:schemeClr>
          </a:solidFill>
          <a:ln cmpd="thinThick">
            <a:gradFill flip="none" rotWithShape="1">
              <a:gsLst>
                <a:gs pos="11000">
                  <a:schemeClr val="accent5">
                    <a:lumMod val="0"/>
                    <a:lumOff val="100000"/>
                  </a:schemeClr>
                </a:gs>
                <a:gs pos="68000">
                  <a:schemeClr val="accent5">
                    <a:lumMod val="0"/>
                    <a:lumOff val="100000"/>
                  </a:schemeClr>
                </a:gs>
                <a:gs pos="100000">
                  <a:schemeClr val="accent5">
                    <a:lumMod val="100000"/>
                  </a:schemeClr>
                </a:gs>
              </a:gsLst>
              <a:lin ang="5400000" scaled="1"/>
              <a:tileRect/>
            </a:gradFill>
          </a:ln>
          <a:effectLst>
            <a:glow rad="139700">
              <a:schemeClr val="bg1">
                <a:alpha val="31000"/>
              </a:schemeClr>
            </a:glow>
            <a:reflection blurRad="1257300" endPos="0" dir="5400000" sy="-100000" algn="bl" rotWithShape="0"/>
            <a:softEdge rad="723900"/>
          </a:effectLst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E12838E-D6D3-4F08-A22B-37CF1AB18CFF}"/>
              </a:ext>
            </a:extLst>
          </p:cNvPr>
          <p:cNvSpPr/>
          <p:nvPr/>
        </p:nvSpPr>
        <p:spPr>
          <a:xfrm flipV="1">
            <a:off x="577790" y="1701951"/>
            <a:ext cx="3142459" cy="2398765"/>
          </a:xfrm>
          <a:prstGeom prst="rect">
            <a:avLst/>
          </a:prstGeom>
          <a:solidFill>
            <a:schemeClr val="accent1">
              <a:lumMod val="75000"/>
              <a:alpha val="28000"/>
            </a:schemeClr>
          </a:solidFill>
          <a:ln cmpd="thinThick">
            <a:gradFill flip="none" rotWithShape="1">
              <a:gsLst>
                <a:gs pos="11000">
                  <a:schemeClr val="accent5">
                    <a:lumMod val="0"/>
                    <a:lumOff val="100000"/>
                  </a:schemeClr>
                </a:gs>
                <a:gs pos="68000">
                  <a:schemeClr val="accent5">
                    <a:lumMod val="0"/>
                    <a:lumOff val="100000"/>
                  </a:schemeClr>
                </a:gs>
                <a:gs pos="100000">
                  <a:schemeClr val="accent5">
                    <a:lumMod val="100000"/>
                  </a:schemeClr>
                </a:gs>
              </a:gsLst>
              <a:lin ang="5400000" scaled="1"/>
              <a:tileRect/>
            </a:gradFill>
          </a:ln>
          <a:effectLst>
            <a:glow rad="139700">
              <a:schemeClr val="bg1">
                <a:alpha val="31000"/>
              </a:schemeClr>
            </a:glow>
            <a:reflection blurRad="1257300" endPos="0" dir="5400000" sy="-100000" algn="bl" rotWithShape="0"/>
            <a:softEdge rad="1206500"/>
          </a:effectLst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AB51076-FB8D-4D97-95AB-6ED3B3F6E9DF}"/>
              </a:ext>
            </a:extLst>
          </p:cNvPr>
          <p:cNvSpPr/>
          <p:nvPr/>
        </p:nvSpPr>
        <p:spPr>
          <a:xfrm flipV="1">
            <a:off x="4706319" y="5635112"/>
            <a:ext cx="1916528" cy="561171"/>
          </a:xfrm>
          <a:prstGeom prst="rect">
            <a:avLst/>
          </a:prstGeom>
          <a:solidFill>
            <a:schemeClr val="accent1">
              <a:lumMod val="75000"/>
              <a:alpha val="28000"/>
            </a:schemeClr>
          </a:solidFill>
          <a:ln cmpd="thinThick">
            <a:gradFill flip="none" rotWithShape="1">
              <a:gsLst>
                <a:gs pos="11000">
                  <a:schemeClr val="accent5">
                    <a:lumMod val="0"/>
                    <a:lumOff val="100000"/>
                  </a:schemeClr>
                </a:gs>
                <a:gs pos="68000">
                  <a:schemeClr val="accent5">
                    <a:lumMod val="0"/>
                    <a:lumOff val="100000"/>
                  </a:schemeClr>
                </a:gs>
                <a:gs pos="100000">
                  <a:schemeClr val="accent5">
                    <a:lumMod val="100000"/>
                  </a:schemeClr>
                </a:gs>
              </a:gsLst>
              <a:lin ang="5400000" scaled="1"/>
              <a:tileRect/>
            </a:gradFill>
          </a:ln>
          <a:effectLst>
            <a:glow rad="139700">
              <a:schemeClr val="bg1">
                <a:alpha val="31000"/>
              </a:schemeClr>
            </a:glow>
            <a:reflection blurRad="1257300" endPos="0" dir="5400000" sy="-100000" algn="bl" rotWithShape="0"/>
            <a:softEdge rad="1206500"/>
          </a:effectLst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29271DF1-0D9E-4204-B58C-977F37FEDA9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530" t="220" r="4530" b="16897"/>
          <a:stretch/>
        </p:blipFill>
        <p:spPr>
          <a:xfrm>
            <a:off x="-253218" y="3826412"/>
            <a:ext cx="2709410" cy="296828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  <a:reflection endPos="0" dist="50800" dir="5400000" sy="-100000" algn="bl" rotWithShape="0"/>
          </a:effectLst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8469E7DE-27DF-42BF-8DB8-9F8F99D51CE0}"/>
              </a:ext>
            </a:extLst>
          </p:cNvPr>
          <p:cNvSpPr txBox="1"/>
          <p:nvPr/>
        </p:nvSpPr>
        <p:spPr bwMode="hidden">
          <a:xfrm>
            <a:off x="4151898" y="-144029"/>
            <a:ext cx="4238045" cy="9047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4000" b="1" dirty="0">
                <a:solidFill>
                  <a:schemeClr val="bg1"/>
                </a:solidFill>
                <a:latin typeface="Engravers MT" panose="02090707080505020304" pitchFamily="18" charset="0"/>
              </a:rPr>
              <a:t>STATISTICS</a:t>
            </a:r>
            <a:endParaRPr lang="en-US" sz="1050" b="1" dirty="0">
              <a:solidFill>
                <a:schemeClr val="bg1"/>
              </a:solidFill>
              <a:latin typeface="Engravers MT" panose="020907070805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782828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163</TotalTime>
  <Words>1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Engravers MT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Atul Yagyaseni</dc:creator>
  <cp:lastModifiedBy>Atul Yagyaseni</cp:lastModifiedBy>
  <cp:revision>6</cp:revision>
  <dcterms:created xsi:type="dcterms:W3CDTF">2024-02-09T10:14:29Z</dcterms:created>
  <dcterms:modified xsi:type="dcterms:W3CDTF">2024-02-09T12:57:31Z</dcterms:modified>
</cp:coreProperties>
</file>